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수행사 선정 발표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2026년도 유지보수 수행사 선정 결과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Box A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Ingest</a:t>
            </a:r>
          </a:p>
        </p:txBody>
      </p:sp>
      <p:sp>
        <p:nvSpPr>
          <p:cNvPr id="4" name="Box B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Index</a:t>
            </a:r>
          </a:p>
        </p:txBody>
      </p:sp>
      <p:sp>
        <p:nvSpPr>
          <p:cNvPr id="5" name="Box C"/>
          <p:cNvSpPr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Search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2286000" y="2743200"/>
            <a:ext cx="1371600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</p:cxnSp>
      <p:cxnSp>
        <p:nvCxnSpPr>
          <p:cNvPr id="7" name="Connector 7"/>
          <p:cNvCxnSpPr/>
          <p:nvPr/>
        </p:nvCxnSpPr>
        <p:spPr>
          <a:xfrm>
            <a:off x="5486400" y="2743200"/>
            <a:ext cx="1371600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선정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선정업체 에이비씨소프트 · 계약시작 2026-04-01 · SLIDE3-마감표식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