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with a red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128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has only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three with a grouped blue picture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2641600" cy="609600"/>
            <a:chOff x="914400" y="1828800"/>
            <a:chExt cx="2641600" cy="609600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828800"/>
              <a:ext cx="812800" cy="609600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3200" y="1828800"/>
              <a:ext cx="812800" cy="60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