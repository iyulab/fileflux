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수행사 선정 발표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2026년도 유지보수 수행사 선정 결과 요약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평가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기술역량 40점 · 가격 30점 · 사후지원 30점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최종 선정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선정업체 에이비씨소프트 · 계약시작 2026-04-01 · SLIDE3-마감표식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