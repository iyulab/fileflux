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</p:sldIdLst>
  <p:sldSz cx="9144000" cy="6858000" type="screen4x3"/>
  <p:notesSz cx="6858000" cy="9144000"/>
  <p:custDataLst>
    <p:tags r:id="rId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73" autoAdjust="0"/>
    <p:restoredTop sz="86420" autoAdjust="0"/>
  </p:normalViewPr>
  <p:slideViewPr>
    <p:cSldViewPr>
      <p:cViewPr varScale="1">
        <p:scale>
          <a:sx n="73" d="100"/>
          <a:sy n="73" d="100"/>
        </p:scale>
        <p:origin x="-17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tags" Target="tags/tag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2400" y="5194300"/>
            <a:ext cx="7467600" cy="914400"/>
          </a:xfrm>
        </p:spPr>
        <p:txBody>
          <a:bodyPr anchor="b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686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52400" y="6032500"/>
            <a:ext cx="6400800" cy="7493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spcBef>
                <a:spcPct val="0"/>
              </a:spcBef>
              <a:defRPr smtClean="0">
                <a:latin typeface="Times New Roman" pitchFamily="18" charset="0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447800"/>
            <a:ext cx="38862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2400"/>
            <a:ext cx="1981200" cy="5867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7912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152400"/>
            <a:ext cx="7924800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title style</a:t>
            </a:r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9248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smtClean="0"/>
          </a:p>
        </p:txBody>
      </p:sp>
      <p:sp>
        <p:nvSpPr>
          <p:cNvPr id="3676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172200"/>
            <a:ext cx="154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F73F0BFC-2C88-4AAF-B42F-33B416312C7A}" type="datetimeFigureOut">
              <a:rPr lang="en-US" smtClean="0"/>
              <a:t>5/6/2009</a:t>
            </a:fld>
            <a:endParaRPr lang="en-US"/>
          </a:p>
        </p:txBody>
      </p:sp>
      <p:sp>
        <p:nvSpPr>
          <p:cNvPr id="3676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38400" y="6172200"/>
            <a:ext cx="4089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3676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056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 smtClean="0">
                <a:latin typeface="+mn-lt"/>
              </a:defRPr>
            </a:lvl1pPr>
          </a:lstStyle>
          <a:p>
            <a:fld id="{E6FB1B62-A5F7-43C1-BF55-5D6EB0E052F4}" type="slidenum">
              <a:rPr lang="en-US" smtClean="0"/>
              <a:t>‹#›</a:t>
            </a:fld>
            <a:endParaRPr 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5621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1981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Pic99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Sample PowerPoint File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St.</a:t>
            </a:r>
            <a:r>
              <a:rPr lang="en-US" baseline="0" dirty="0" smtClean="0"/>
              <a:t> Cloud Technical College</a:t>
            </a:r>
          </a:p>
        </p:txBody>
      </p:sp>
      <p:pic>
        <p:nvPicPr>
          <p:cNvPr id="99" name="Picture 99"/>
          <p:cNvPicPr/>
          <p:nvPr/>
        </p:nvPicPr>
        <p:blipFill>
          <a:blip r:embed="rIdPic99"/>
          <a:stretch>
            <a:fillRect/>
          </a:stretch>
        </p:blipFill>
        <p:spPr>
          <a:xfrm>
            <a:off x="0" y="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is a</a:t>
            </a:r>
            <a:r>
              <a:rPr lang="en-US" baseline="0" dirty="0" smtClean="0"/>
              <a:t> Sample Slide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Here is</a:t>
            </a:r>
            <a:r>
              <a:rPr lang="en-US" baseline="0" dirty="0" smtClean="0"/>
              <a:t> an outline of bulleted points</a:t>
            </a:r>
          </a:p>
          <a:p>
            <a:r>
              <a:rPr lang="en-US" baseline="0" dirty="0" smtClean="0"/>
              <a:t>You can print out PPT files as handouts using </a:t>
            </a:r>
            <a:r>
              <a:rPr lang="en-US" baseline="0" smtClean="0"/>
              <a:t>the </a:t>
            </a:r>
            <a:br>
              <a:rPr lang="en-US" baseline="0" smtClean="0"/>
            </a:br>
            <a:r>
              <a:rPr lang="en-US" baseline="0" smtClean="0"/>
              <a:t>PRINT &gt; </a:t>
            </a:r>
            <a:br>
              <a:rPr lang="en-US" baseline="0" smtClean="0"/>
            </a:br>
            <a:r>
              <a:rPr lang="en-US" baseline="0" smtClean="0"/>
              <a:t>  PRINT </a:t>
            </a:r>
            <a:r>
              <a:rPr lang="en-US" baseline="0" dirty="0" smtClean="0"/>
              <a:t>WHAT &gt; HANDOUTS</a:t>
            </a:r>
            <a:r>
              <a:rPr lang="en-US" dirty="0" smtClean="0"/>
              <a:t> option</a:t>
            </a:r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Sample PowerPoint File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This is a Sample Slide&amp;quot;&quot;/&gt;&lt;property id=&quot;20307&quot; value=&quot;25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Central business district design template">
  <a:themeElements>
    <a:clrScheme name="Default Design 1">
      <a:dk1>
        <a:srgbClr val="000066"/>
      </a:dk1>
      <a:lt1>
        <a:srgbClr val="FFFFFF"/>
      </a:lt1>
      <a:dk2>
        <a:srgbClr val="003366"/>
      </a:dk2>
      <a:lt2>
        <a:srgbClr val="FFFFFF"/>
      </a:lt2>
      <a:accent1>
        <a:srgbClr val="8EB3C8"/>
      </a:accent1>
      <a:accent2>
        <a:srgbClr val="6F97B3"/>
      </a:accent2>
      <a:accent3>
        <a:srgbClr val="AAADB8"/>
      </a:accent3>
      <a:accent4>
        <a:srgbClr val="DADADA"/>
      </a:accent4>
      <a:accent5>
        <a:srgbClr val="C6D6E0"/>
      </a:accent5>
      <a:accent6>
        <a:srgbClr val="6488A2"/>
      </a:accent6>
      <a:hlink>
        <a:srgbClr val="556575"/>
      </a:hlink>
      <a:folHlink>
        <a:srgbClr val="3D556F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66"/>
        </a:dk1>
        <a:lt1>
          <a:srgbClr val="FFFFFF"/>
        </a:lt1>
        <a:dk2>
          <a:srgbClr val="003366"/>
        </a:dk2>
        <a:lt2>
          <a:srgbClr val="FFFFFF"/>
        </a:lt2>
        <a:accent1>
          <a:srgbClr val="8EB3C8"/>
        </a:accent1>
        <a:accent2>
          <a:srgbClr val="6F97B3"/>
        </a:accent2>
        <a:accent3>
          <a:srgbClr val="AAADB8"/>
        </a:accent3>
        <a:accent4>
          <a:srgbClr val="DADADA"/>
        </a:accent4>
        <a:accent5>
          <a:srgbClr val="C6D6E0"/>
        </a:accent5>
        <a:accent6>
          <a:srgbClr val="6488A2"/>
        </a:accent6>
        <a:hlink>
          <a:srgbClr val="556575"/>
        </a:hlink>
        <a:folHlink>
          <a:srgbClr val="3D556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Central business district design template</Template>
  <TotalTime>7</TotalTime>
  <Words>30</Words>
  <Application>Microsoft Office PowerPoint</Application>
  <PresentationFormat>On-screen Show (4:3)</PresentationFormat>
  <Paragraphs>5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Central business district design template</vt:lpstr>
      <vt:lpstr>Sample PowerPoint File</vt:lpstr>
      <vt:lpstr>This is a Sample Slide</vt:lpstr>
    </vt:vector>
  </TitlesOfParts>
  <Company>SCTC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PowerPoint File</dc:title>
  <dc:creator>James Falkofske</dc:creator>
  <cp:lastModifiedBy>James Falkofske</cp:lastModifiedBy>
  <cp:revision>2</cp:revision>
  <dcterms:created xsi:type="dcterms:W3CDTF">2009-05-06T22:06:09Z</dcterms:created>
  <dcterms:modified xsi:type="dcterms:W3CDTF">2009-05-06T22:13:30Z</dcterms:modified>
</cp:coreProperties>
</file>